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60" r:id="rId4"/>
    <p:sldId id="261" r:id="rId5"/>
    <p:sldId id="266" r:id="rId6"/>
    <p:sldId id="267" r:id="rId7"/>
    <p:sldId id="265" r:id="rId8"/>
    <p:sldId id="271" r:id="rId9"/>
    <p:sldId id="270" r:id="rId10"/>
    <p:sldId id="26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63" d="100"/>
          <a:sy n="63" d="100"/>
        </p:scale>
        <p:origin x="9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EED6E-231D-4599-9BF0-AD4755C5A42D}" type="datetimeFigureOut">
              <a:rPr lang="en-MY" smtClean="0"/>
              <a:t>11/8/2026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A7A50-3D51-42A1-BE0A-70CD8280A9E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616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0F48F-E7EE-441F-81D3-9996CC1DB580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8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8634-2032-4A45-8375-F9F55CAB3A55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4181" y="6456217"/>
            <a:ext cx="554183" cy="248083"/>
          </a:xfrm>
          <a:solidFill>
            <a:schemeClr val="accent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F1FAD3BF-C100-4A2D-9AA6-6A94C5A9EA2E}" type="slidenum">
              <a:rPr lang="en-MY" smtClean="0"/>
              <a:pPr/>
              <a:t>‹#›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6637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7E2E-7E70-4792-9487-6E701984B8FE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6801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8147-6220-479A-9297-7F78F73ECD0F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446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4DDD-3935-456B-8777-3112D28E934A}" type="datetime1">
              <a:rPr lang="en-MY" smtClean="0"/>
              <a:t>11/8/2026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542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E57-8A11-4CD0-8C76-16A535F486D9}" type="datetime1">
              <a:rPr lang="en-MY" smtClean="0"/>
              <a:t>11/8/2026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0447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86EF-C83D-4ADB-86A8-1CDF471AA4B5}" type="datetime1">
              <a:rPr lang="en-MY" smtClean="0"/>
              <a:t>11/8/2026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76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1E33B-06F4-4209-9247-C0158FE06D8C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240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4C00-B652-4D03-BE57-F6D4BFA206D8}" type="datetime1">
              <a:rPr lang="en-MY" smtClean="0"/>
              <a:t>11/8/2026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312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39975-83A4-479E-9019-BD77F6FC0740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946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BEB4-7216-4523-A4C9-CE6851CDC80A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418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75EC6-96D3-4277-B962-B7DD5EBF3368}" type="datetime1">
              <a:rPr lang="en-MY" smtClean="0"/>
              <a:t>11/8/2026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45056" y="63119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598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D3BF-C100-4A2D-9AA6-6A94C5A9EA2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914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1"/>
          <p:cNvSpPr txBox="1">
            <a:spLocks/>
          </p:cNvSpPr>
          <p:nvPr/>
        </p:nvSpPr>
        <p:spPr>
          <a:xfrm>
            <a:off x="4832265" y="1490425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XXXX</a:t>
            </a:r>
          </a:p>
          <a:p>
            <a:pPr>
              <a:spcBef>
                <a:spcPts val="300"/>
              </a:spcBef>
            </a:pPr>
            <a:r>
              <a:rPr lang="en-US" sz="1300" b="0" dirty="0"/>
              <a:t>Roll No:19010108</a:t>
            </a:r>
          </a:p>
        </p:txBody>
      </p:sp>
      <p:sp>
        <p:nvSpPr>
          <p:cNvPr id="6" name="Subtitle 11"/>
          <p:cNvSpPr txBox="1">
            <a:spLocks/>
          </p:cNvSpPr>
          <p:nvPr/>
        </p:nvSpPr>
        <p:spPr>
          <a:xfrm>
            <a:off x="2714844" y="2228159"/>
            <a:ext cx="6762303" cy="1911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300"/>
              </a:spcBef>
            </a:pPr>
            <a:r>
              <a:rPr lang="en-US" sz="2400" b="0" i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XXXXX</a:t>
            </a:r>
            <a:endParaRPr lang="en-US" sz="2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Associate Professor,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Department of CSE,FSET,USTC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20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C</a:t>
            </a:r>
            <a:r>
              <a:rPr lang="en-US" sz="2000" b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o-Supervisor</a:t>
            </a:r>
            <a:endParaRPr kumimoji="0" lang="en-US" sz="20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XXXX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Lecturer, Department of CSE,FSET,USTC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.</a:t>
            </a:r>
          </a:p>
          <a:p>
            <a:pPr>
              <a:spcBef>
                <a:spcPts val="200"/>
              </a:spcBef>
            </a:pPr>
            <a:endParaRPr lang="en-IN" sz="1400" b="0" dirty="0"/>
          </a:p>
          <a:p>
            <a:pPr>
              <a:spcBef>
                <a:spcPts val="200"/>
              </a:spcBef>
            </a:pPr>
            <a:endParaRPr lang="en-IN" sz="1400" b="0" dirty="0"/>
          </a:p>
          <a:p>
            <a:pPr>
              <a:spcBef>
                <a:spcPts val="200"/>
              </a:spcBef>
            </a:pPr>
            <a:endParaRPr lang="en-IN" sz="1400" b="0" dirty="0"/>
          </a:p>
        </p:txBody>
      </p:sp>
      <p:sp>
        <p:nvSpPr>
          <p:cNvPr id="7" name="Subtitle 11"/>
          <p:cNvSpPr txBox="1">
            <a:spLocks/>
          </p:cNvSpPr>
          <p:nvPr/>
        </p:nvSpPr>
        <p:spPr>
          <a:xfrm>
            <a:off x="3514431" y="4292920"/>
            <a:ext cx="5163127" cy="131194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9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</a:t>
            </a:r>
          </a:p>
          <a:p>
            <a:pPr>
              <a:spcBef>
                <a:spcPts val="500"/>
              </a:spcBef>
            </a:pPr>
            <a:r>
              <a:rPr lang="en-US" sz="29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Science and Technology Chittagong (USTC)</a:t>
            </a:r>
          </a:p>
          <a:p>
            <a:pPr>
              <a:spcBef>
                <a:spcPts val="600"/>
              </a:spcBef>
            </a:pPr>
            <a:r>
              <a:rPr lang="en-US" sz="2400" b="0" dirty="0"/>
              <a:t>Foy’s Lake, </a:t>
            </a:r>
            <a:r>
              <a:rPr lang="en-US" sz="2400" b="0" dirty="0" err="1"/>
              <a:t>Khulshi</a:t>
            </a:r>
            <a:r>
              <a:rPr lang="en-US" sz="2400" b="0" dirty="0"/>
              <a:t>, </a:t>
            </a:r>
            <a:r>
              <a:rPr lang="en-US" sz="2400" b="0" dirty="0" err="1"/>
              <a:t>Chattogram</a:t>
            </a:r>
            <a:r>
              <a:rPr lang="en-US" sz="2400" b="0" dirty="0"/>
              <a:t> -4202</a:t>
            </a:r>
          </a:p>
          <a:p>
            <a:pPr>
              <a:spcBef>
                <a:spcPts val="300"/>
              </a:spcBef>
            </a:pPr>
            <a:r>
              <a:rPr lang="en-US" sz="2400" b="0" dirty="0"/>
              <a:t>Bangladesh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August 2026</a:t>
            </a:r>
            <a:endParaRPr lang="en-US" sz="2400" b="0" dirty="0"/>
          </a:p>
          <a:p>
            <a:endParaRPr lang="en-IN" b="0" dirty="0"/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F2213882-6464-4A96-96D5-EA4F95F404DE}"/>
              </a:ext>
            </a:extLst>
          </p:cNvPr>
          <p:cNvSpPr/>
          <p:nvPr/>
        </p:nvSpPr>
        <p:spPr>
          <a:xfrm>
            <a:off x="122548" y="282109"/>
            <a:ext cx="11802359" cy="857864"/>
          </a:xfrm>
          <a:prstGeom prst="round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1</a:t>
            </a:fld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12219-DD8A-ADF5-5FC7-33BEF232DE03}"/>
              </a:ext>
            </a:extLst>
          </p:cNvPr>
          <p:cNvSpPr txBox="1"/>
          <p:nvPr/>
        </p:nvSpPr>
        <p:spPr>
          <a:xfrm>
            <a:off x="122548" y="322915"/>
            <a:ext cx="11552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TITLE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70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883"/>
            <a:ext cx="12046688" cy="1240391"/>
          </a:xfrm>
        </p:spPr>
        <p:txBody>
          <a:bodyPr/>
          <a:lstStyle/>
          <a:p>
            <a:r>
              <a:rPr lang="en-MY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MY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572" y="153854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Works/Literature Review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Algorithm/Methodology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(if any)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1947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3</a:t>
            </a:fld>
            <a:endParaRPr lang="en-MY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84D9DF-78DD-479B-843D-F80EF429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4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9848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5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64293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Related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6</a:t>
            </a:fld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35BD3-4E64-91D2-9AB8-FDB444330CE2}"/>
              </a:ext>
            </a:extLst>
          </p:cNvPr>
          <p:cNvSpPr txBox="1"/>
          <p:nvPr/>
        </p:nvSpPr>
        <p:spPr>
          <a:xfrm>
            <a:off x="84841" y="1404594"/>
            <a:ext cx="98981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69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7</a:t>
            </a:fld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E2590B-8A05-497B-A72F-F8C3B99A0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537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                                     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pPr/>
              <a:t>8</a:t>
            </a:fld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723F77-7459-4424-B163-52DCE14D5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Conclusion &amp;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9</a:t>
            </a:fld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6C046-1ABF-41A3-86BE-AB13D8429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7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2365"/>
            <a:ext cx="12062691" cy="107141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10</a:t>
            </a:fld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65E0B-DE28-44A6-AE82-262E413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5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AD3BF-C100-4A2D-9AA6-6A94C5A9EA2E}" type="slidenum">
              <a:rPr lang="en-MY" smtClean="0"/>
              <a:t>11</a:t>
            </a:fld>
            <a:endParaRPr lang="en-M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CA7CB7-E80F-4407-95EE-5FC2073F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5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121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                                 Overview</vt:lpstr>
      <vt:lpstr>                               Introduction</vt:lpstr>
      <vt:lpstr>                               Objectives</vt:lpstr>
      <vt:lpstr>                           Problem Statement</vt:lpstr>
      <vt:lpstr>                             Related Works</vt:lpstr>
      <vt:lpstr>                       Proposed Methodology</vt:lpstr>
      <vt:lpstr>                                     Result</vt:lpstr>
      <vt:lpstr>                    Conclusion &amp; Future Work</vt:lpstr>
      <vt:lpstr>                                 References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Sarowar Morshed Shawon</dc:creator>
  <cp:lastModifiedBy>Kazi Rifah Noor</cp:lastModifiedBy>
  <cp:revision>79</cp:revision>
  <dcterms:created xsi:type="dcterms:W3CDTF">2022-05-25T09:47:59Z</dcterms:created>
  <dcterms:modified xsi:type="dcterms:W3CDTF">2026-08-11T04:49:16Z</dcterms:modified>
</cp:coreProperties>
</file>